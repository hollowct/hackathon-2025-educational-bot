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Introducción a los Dinosaurios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Los dinosaurios fueron un grupo diverso de reptiles que dominaron la Tierra durante la era Mesozoica, hace aproximadamente entre 230 y 65 millones de años. Estos animales se clasifican en distintos grupos según sus características físicas y hábitos alimenticios, y han fascinado a científicos y público en general por su tamaño, variedad y extinción.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Clasificación de Dinosaurios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Grupo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Características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Ejemplos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Terópodos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Bípedos, carnívoros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Tyrannosaurus, Velociraptor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Sauropodomorfos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Cuadrúpedos, herbívoros, cuello largo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Brachiosaurus, Diplodocus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Ornitisquios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Herbívoros, diversos tamaños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Triceratops, Stegosaurus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acehold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Diagrama que muestra la clasificación general de los dinosaurios en tres grupos principales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Características Físicas Comparativas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Dinosaurio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Tamaño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Dieta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Período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Tyrannosaurus rex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Carnívoro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Cretácico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Triceratops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Herbívoro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Cretácico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Brachiosaurus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Herbívoro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Jurásico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Tyrannosaurus rex fue uno de los mayores depredadores terrestres.</a:t>
            </a:r>
          </a:p>
          <a:p>
            <a:pPr lvl="0"/>
            <a:r>
              <a:t>Triceratops tenía un característico escudo óseo y tres cuernos.</a:t>
            </a:r>
          </a:p>
          <a:p>
            <a:pPr lvl="0"/>
            <a:r>
              <a:t>Brachiosaurus destacó por su gran tamaño y cuello largo.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Dinosaurios Famosos con Imágenes</a:t>
            </a:r>
          </a:p>
        </p:txBody>
      </p:sp>
      <p:pic>
        <p:nvPicPr>
          <p:cNvPr id="4" name="Picture 1" descr="placeholder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24200" y="1193800"/>
            <a:ext cx="2882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Ilustraciones de Tyrannosaurus rex, Triceratops y Brachiosaurus destacando sus rasgos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Tyrannosaurus rex: depredador icónico.</a:t>
            </a:r>
          </a:p>
          <a:p>
            <a:pPr lvl="0"/>
            <a:r>
              <a:t>Triceratops: herbívoro con defensa poderosa.</a:t>
            </a:r>
          </a:p>
          <a:p>
            <a:pPr lvl="0"/>
            <a:r>
              <a:t>Brachiosaurus: gigante herbívoro de cuello largo.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Importancia y Legado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Los dinosaurios son esenciales para entender la evolución y la historia de la vida en la Tierra. Su estudio ha contribuido a la paleontología, ayudando a comprender los cambios ambientales y las extinciones masivas. Además, los dinosaurios capturan la imaginación popular y continúan inspirando ciencia, arte y cultura.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On-screen Show (16:9)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Introducción a los Dinosaurios</vt:lpstr>
      <vt:lpstr>Clasificación de Dinosaurios</vt:lpstr>
      <vt:lpstr>PowerPoint Presentation</vt:lpstr>
      <vt:lpstr>Características Físicas Comparativas</vt:lpstr>
      <vt:lpstr>PowerPoint Presentation</vt:lpstr>
      <vt:lpstr>Dinosaurios Famosos con Imágenes</vt:lpstr>
      <vt:lpstr>Importancia y Legado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Rivas, Rafael Alejandro A.</cp:lastModifiedBy>
  <cp:revision>1</cp:revision>
  <dcterms:created xsi:type="dcterms:W3CDTF">2025-10-02T17:46:10Z</dcterms:created>
  <dcterms:modified xsi:type="dcterms:W3CDTF">2025-10-02T20:11:15Z</dcterms:modified>
</cp:coreProperties>
</file>